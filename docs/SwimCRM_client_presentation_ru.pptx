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502920"/>
            <a:ext cx="594360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005B6A"/>
                </a:solidFill>
                <a:latin typeface="Aptos"/>
              </a:rPr>
              <a:t>Клиентская презентация | июль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6126480" cy="10515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4200" b="1">
                <a:solidFill>
                  <a:srgbClr val="192634"/>
                </a:solidFill>
                <a:latin typeface="Aptos"/>
              </a:rPr>
              <a:t>SwimCRM для школы плавания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029200" cy="10058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800" b="0">
                <a:solidFill>
                  <a:srgbClr val="495461"/>
                </a:solidFill>
                <a:latin typeface="Aptos"/>
              </a:rPr>
              <a:t>Операционная CRM, которая связывает расписание, абонементы, оплаты и коммуникацию с родителями.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О проекте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24358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SwimCRM — веб-система для частной школы плавания.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04825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Она помогает администрации вести клиентов, группы, тренеров, расписание, посещаемость, абонементы и оплаты в одном месте.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5292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52344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Основные пользователи: администратор, тренер и родитель/клиент.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Ключевые возможности сейчас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078992"/>
            <a:ext cx="5074920" cy="94183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225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Основной 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572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Клиенты и семьи, группы, тренеры, расписание, посещаемость, абонементы, начисления и платежи.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21991"/>
            <a:ext cx="5074920" cy="94183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368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Автоматизация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715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Списание занятий по статусам, контроль конфликтов тренера, отчеты, импорт/экспорт, планировщик уведомлений.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1"/>
            <a:ext cx="5074920" cy="94183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3511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Интерфейс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858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React SPA для админа, клиентский и тренерский контуры, адаптивная верстка и единая дизайн-система.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24358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Администратор создает клиента или семейный аккаунт.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04825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Назначает участника в группу и выпускает абонемент.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5292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52344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Система создает начисление и фиксирует оплату или чек.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57600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57016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Тренер отмечает посещаемость после занятия.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462272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CRM обновляет остаток занятий, задолженности и напоминания.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Примеры использования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078992"/>
            <a:ext cx="5074920" cy="94183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225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Продажа абонемента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572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Админ создает абонемент, начисление и платеж. Клиент сразу видит актуальный статус.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21991"/>
            <a:ext cx="5074920" cy="94183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368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Контроль посещаемости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715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Тренер отмечает занятие, CRM сама списывает или не списывает занятие по бизнес-правилам.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1"/>
            <a:ext cx="5074920" cy="94183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3511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Работа с долгами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858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Админ видит просрочки, клиентов с малым остатком занятий и может запускать напоминания.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07992"/>
            <a:ext cx="5074920" cy="941832"/>
          </a:xfrm>
          <a:prstGeom prst="roundRect">
            <a:avLst/>
          </a:prstGeom>
          <a:solidFill>
            <a:srgbClr val="FFF5DB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654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Отчетность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5001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Руководитель получает доходы, посещаемость и неоплаченные счета без ручной сборки таблиц.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Ограничения — честно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24358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Онлайн-оплата пока не подключена: платежи вводятся администратором или подтверждаются по загруженному чеку.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04825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Telegram и SMS работают через provider adapters; для боевой доставки нужны реальные провайдерные ключи и контрольные отправки.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5292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52344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Планировщик уведомлений готов как management command и Celery task; в production его нужно включить в Celery beat или cron.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57600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57016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PostgreSQL-релизный контур покрыт тестами, backup/restore проверкой и production env-check.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Что можно улучшить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078992"/>
            <a:ext cx="5074920" cy="94183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225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572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Упростить массовые действия в админке и добавить быстрые фильтры по группам, оплатам и остаткам занятий.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21991"/>
            <a:ext cx="5074920" cy="94183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368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Функционал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715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Настроить провайдерные аккаунты Telegram/SMS, расширить массовые рассылки и админ-экшены для импортов и отчетов.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1"/>
            <a:ext cx="5074920" cy="94183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3511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Автоматизация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858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Включить Celery/Redis в production, регулярные restore drills и мониторинг ошибок уведомлений.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07992"/>
            <a:ext cx="5074920" cy="941832"/>
          </a:xfrm>
          <a:prstGeom prst="roundRect">
            <a:avLst/>
          </a:prstGeom>
          <a:solidFill>
            <a:srgbClr val="FFF5DB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654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Коммерция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5001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Добавить онлайн-оплаты и автоматическое сопоставление платежей, когда бизнес будет готов.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Roadmap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078992"/>
            <a:ext cx="5074920" cy="94183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225296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Quick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572768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Production scheduler, мониторинг фоновых задач, админские действия для отчетов.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21991"/>
            <a:ext cx="5074920" cy="94183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368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Среднесрочно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715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Провайдерные аккаунты Telegram/SMS, массовые рассылки, расширенные UX-сценарии для администратора и тренера.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1"/>
            <a:ext cx="5074920" cy="94183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3511295"/>
            <a:ext cx="4636008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300" b="1">
                <a:solidFill>
                  <a:srgbClr val="192634"/>
                </a:solidFill>
                <a:latin typeface="Aptos"/>
              </a:rPr>
              <a:t>Продвинутые функции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858767"/>
            <a:ext cx="4636008" cy="3383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900" b="0">
                <a:solidFill>
                  <a:srgbClr val="495461"/>
                </a:solidFill>
                <a:latin typeface="Aptos"/>
              </a:rPr>
              <a:t>Онлайн-оплата, сверка банковских платежей, BI-дашборды и прогноз продлений.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Бизнес-ценность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24358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Меньше ручной сверки оплат, посещаемости и остатков занятий.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04825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Быстрее видно долги, окончания абонементов и клиентов для продления.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5292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52344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История действий, RODO-согласия, отчеты и прозрачные правила списания повышают управляемость бизнеса.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Итог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074920" cy="285292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24358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SwimCRM уже является практичной основой для операционного управления школой плавания.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04825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Клиенты, расписание, посещаемость, абонементы, платежи, отчеты и коммуникации собраны вокруг единой логики.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5292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52344"/>
            <a:ext cx="4846320" cy="6583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r>
              <a:rPr sz="1200" b="0">
                <a:solidFill>
                  <a:srgbClr val="495461"/>
                </a:solidFill>
                <a:latin typeface="Aptos"/>
              </a:rPr>
              <a:t>Главная ценность — меньше ошибок, быстрее контроль оплат, прозрачная история и готовая база для масштабирования.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